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3C386-78E1-4EAD-C82E-AA2C13DE9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3D6E0A-227B-1E39-2B96-F994BFA03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DEF921-2AD9-D33A-1538-4A1E5572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76FA1-ECB1-479A-9B54-A5EBB4A2348C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90630E-67FA-3F04-0F96-86E4E4541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EDE79C-4926-5624-114B-5619EF82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258F-B5C0-478C-B6B4-E3009491B5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864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D265A8-5E32-8DFF-531C-53645D91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F09233-8BAB-60C5-57C1-1335B9092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F0329C-6492-C69F-4B57-588FD2D9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76FA1-ECB1-479A-9B54-A5EBB4A2348C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B734A1-FACD-19B7-9855-73693857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104D3D-D31E-E3F4-0009-179D8AF32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258F-B5C0-478C-B6B4-E3009491B5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258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68ECF-6706-FB3F-DB71-B991F1F18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4B192B-C786-C5CD-8CDE-DF8166B9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6EC20C-A9AA-2C8A-1062-7B3F53E8C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76FA1-ECB1-479A-9B54-A5EBB4A2348C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BA69E6-5E55-BB21-2A8B-C8F7C6D3F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E4D1FE-8FAC-6765-9C4B-A5F811ED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258F-B5C0-478C-B6B4-E3009491B5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70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8A1BF-C96D-4765-56A5-08D1D876C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03ED67-EA70-ACA1-E5A2-AD0A01870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73D938-AE20-6353-9564-5CD426EF4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549246-FAC2-ACBC-3691-8B9A6810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76FA1-ECB1-479A-9B54-A5EBB4A2348C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F8025F-5363-C4C8-C234-A0D4E5C5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C1D1E2-9232-1F86-0F52-96706F3D8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258F-B5C0-478C-B6B4-E3009491B5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497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909E9-5A03-7C71-B12A-0A84F0637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C085BE-A63A-03C4-29B7-ACCB40E14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E12C02-B55D-DFFC-65FB-C7BEDEFC0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EEC92D0-43EC-BAE7-3474-7E7183296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97E036C-4A54-4ED9-CD81-1297E36D1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2AFB892-29BA-13C4-FD3F-29BCA614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76FA1-ECB1-479A-9B54-A5EBB4A2348C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5829F40-F2CE-B574-E493-35B25568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ACA2D32-F0D1-1EB3-16A5-23799E3A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258F-B5C0-478C-B6B4-E3009491B5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261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82670-D5AE-A8BC-61F9-E889466DA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FA20A44-5C54-C7EE-7BE8-001F36E34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76FA1-ECB1-479A-9B54-A5EBB4A2348C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CFD5804-89BA-2FBB-C3F6-C800D34DE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16800F-B9D3-B74B-891C-4B2CEEEC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258F-B5C0-478C-B6B4-E3009491B5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470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EA76C4-4F69-E428-77C8-71282FF2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76FA1-ECB1-479A-9B54-A5EBB4A2348C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E16842E-5BF7-6D0A-23D7-74412D817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F24985-C34B-57FF-CAC0-40A8ECB1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258F-B5C0-478C-B6B4-E3009491B5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78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D1F7B-299E-29B8-F039-06A37F016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0D2869-EAB3-A6BA-ACB9-BE38395BE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50FD8E-D120-813C-F511-8C505552E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017053-42B0-167C-50C6-858A73E9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76FA1-ECB1-479A-9B54-A5EBB4A2348C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AA5A50-8FB9-0F99-EBCF-FFED4E062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A983DB-9C35-409E-9DB4-01A615237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258F-B5C0-478C-B6B4-E3009491B5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83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AF9AF-7BE8-7CBF-BCC9-2E4A36979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E48E67E-6669-A5CD-DA88-B27D2044F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4B82D68-7B6B-A387-CAAC-410D8C7BB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B96D1A-1B5F-42DF-DD93-679E7B61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76FA1-ECB1-479A-9B54-A5EBB4A2348C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68844B-F4FF-9733-73BC-230CEACB4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F7F4B1-4685-56BE-3624-11882FEA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258F-B5C0-478C-B6B4-E3009491B5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025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042A0-F843-FBDC-153E-65323A65E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FF2303-8FF3-9D11-2B0B-AF296AF62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13DE13-C6D6-6F72-6CBA-83C6FDE62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76FA1-ECB1-479A-9B54-A5EBB4A2348C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07944E-84E4-7774-1595-EC2FDE73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CCF44B-404A-94EA-96AE-B2838F0C6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258F-B5C0-478C-B6B4-E3009491B5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64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110783E-9230-70C1-A2C7-6C3EAEFC3F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810063-54FC-C281-C02B-A099D20B2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C950E7-39D9-DB10-1C6E-6176F1EE8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76FA1-ECB1-479A-9B54-A5EBB4A2348C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B89D81-1758-04D5-8E8C-FD22B84D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545372-B915-D23C-E533-11B7CBC05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8258F-B5C0-478C-B6B4-E3009491B5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191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F92F70E-82A4-8C80-8506-89076524F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3C616A-6CCB-900A-A7B5-E5A3EA3F5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8C939F-1BA6-C9E0-924C-4C79FE164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76FA1-ECB1-479A-9B54-A5EBB4A2348C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887DF0-4453-9913-288B-ABF5CE2D3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38C859-6CBD-53D2-5AF0-CEFFECA13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8258F-B5C0-478C-B6B4-E3009491B5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779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A0BF163-D12A-6902-45AB-2790D8A83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CE534AE-363B-A19A-286B-A745E6525F55}"/>
              </a:ext>
            </a:extLst>
          </p:cNvPr>
          <p:cNvSpPr txBox="1"/>
          <p:nvPr/>
        </p:nvSpPr>
        <p:spPr>
          <a:xfrm flipH="1">
            <a:off x="816429" y="6019800"/>
            <a:ext cx="2710542" cy="554389"/>
          </a:xfrm>
          <a:prstGeom prst="rect">
            <a:avLst/>
          </a:prstGeom>
          <a:solidFill>
            <a:srgbClr val="0B1220"/>
          </a:solidFill>
        </p:spPr>
        <p:txBody>
          <a:bodyPr wrap="square" rtlCol="0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441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1CB3DAE-2016-7245-94B9-07468503D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5"/>
            <a:ext cx="12192000" cy="683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4B8B3CA-2F51-21F9-19EC-F5295AAD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6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Kelvin Umbelino - IU360</dc:creator>
  <cp:lastModifiedBy>Kelvin Umbelino - IU360</cp:lastModifiedBy>
  <cp:revision>1</cp:revision>
  <dcterms:created xsi:type="dcterms:W3CDTF">2026-04-16T02:36:21Z</dcterms:created>
  <dcterms:modified xsi:type="dcterms:W3CDTF">2026-04-16T02:39:55Z</dcterms:modified>
</cp:coreProperties>
</file>